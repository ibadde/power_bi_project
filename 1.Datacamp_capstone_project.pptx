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3" r:id="rId5"/>
    <p:sldId id="260" r:id="rId6"/>
    <p:sldId id="262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F161-DA21-1A7A-A6C6-A57D36DE36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CB16E4-2FF2-47DA-8F70-D0592D6402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59F73-4AD8-A4EE-7128-D59048554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A42A-8B91-4FB0-9B04-53D593671A6A}" type="datetimeFigureOut">
              <a:rPr lang="en-US" smtClean="0"/>
              <a:t>7/13/2022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6FEDB-30DB-01D3-5606-59306BFAF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CEF68-E86C-209A-CE9A-7115DC5F2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C3A1-3ED3-4229-964A-CE15A2006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306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88096-82DD-1724-76CE-6BBAD5D74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11E32-D85C-043C-FF52-7C9FBBC91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9B2AE-D2C0-2F63-0B24-1C8F25485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A42A-8B91-4FB0-9B04-53D593671A6A}" type="datetimeFigureOut">
              <a:rPr lang="en-US" smtClean="0"/>
              <a:t>7/13/2022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F873F-9C55-76B0-1E53-A1739F197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03897-A6D9-F515-C8F3-6C5F4172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C3A1-3ED3-4229-964A-CE15A2006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913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36A2-080C-B205-F60A-3D0395E47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439DC-F08F-9C15-9104-D48245ED0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01FD9-C9AB-CCD7-CEE9-225818998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A42A-8B91-4FB0-9B04-53D593671A6A}" type="datetimeFigureOut">
              <a:rPr lang="en-US" smtClean="0"/>
              <a:t>7/13/2022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D8409-0925-0272-A687-4AD98E2D1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88794-A8FD-55ED-497D-CE302F107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C3A1-3ED3-4229-964A-CE15A2006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401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0785C-1FC7-223A-4ECE-21B14619E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97F58-8459-40B3-D8CE-AFBAE12093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A97F3B-399F-F2B4-F132-B0EB73AC8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DA2AC6-0CA6-08F2-F806-551F4DE47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A42A-8B91-4FB0-9B04-53D593671A6A}" type="datetimeFigureOut">
              <a:rPr lang="en-US" smtClean="0"/>
              <a:t>7/13/2022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02780-E42A-FF28-DD76-2B15024CD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38503A-1783-C1C6-0670-6E0B2DD8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C3A1-3ED3-4229-964A-CE15A2006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640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A8519-14D6-29BC-2BDF-09F196233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EA480-230A-B422-F7B6-EEC9624C4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14E115-86DB-2512-D459-F9E523C7D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2156CB-97F4-84E8-974C-67199DFB5E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92A6FB-FC3D-4B3E-AC2C-B691017AE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2B8A84-C485-F4EE-5F81-9E4500664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A42A-8B91-4FB0-9B04-53D593671A6A}" type="datetimeFigureOut">
              <a:rPr lang="en-US" smtClean="0"/>
              <a:t>7/13/2022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C2B181-98E1-7DB3-C06C-E3E8234F5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E7A3F4-311C-4763-29DC-2CC6726D8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C3A1-3ED3-4229-964A-CE15A2006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152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C2405-775A-801A-D2B0-0A5C86E1E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2E41E7-78E0-3ED2-5282-2F5683F1F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A42A-8B91-4FB0-9B04-53D593671A6A}" type="datetimeFigureOut">
              <a:rPr lang="en-US" smtClean="0"/>
              <a:t>7/13/2022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721B10-47F8-0712-ED29-9902471FD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90472A-E309-82A6-14C3-8526AFFA5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C3A1-3ED3-4229-964A-CE15A2006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179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2F0185-C38E-C0BE-C160-B2214D8C2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A42A-8B91-4FB0-9B04-53D593671A6A}" type="datetimeFigureOut">
              <a:rPr lang="en-US" smtClean="0"/>
              <a:t>7/13/2022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E6F229-F146-3DCF-1197-8D5CF6518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E7C63-ED78-5691-917E-99BAC1EB6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C3A1-3ED3-4229-964A-CE15A2006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472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FE438-BC95-B997-08F1-771BFA917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8CB26-0A42-F3FC-DF56-0B604CED7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D6E681-EBAC-1D13-4882-93EED8DD3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5C5EA-B398-6AAB-3D32-9F6248233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A42A-8B91-4FB0-9B04-53D593671A6A}" type="datetimeFigureOut">
              <a:rPr lang="en-US" smtClean="0"/>
              <a:t>7/13/2022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46EF3F-5976-BF02-751E-DD2AE701F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5CCD1-AE96-132A-32FE-12182793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C3A1-3ED3-4229-964A-CE15A2006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30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DB94F-983E-9FEB-962C-FBD99ED76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4E6965-E1AB-0769-7F59-0C1F245B6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4A8532-1028-0F89-3A48-CEFB1590E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839EC-DD87-B01B-CFE5-81F663F26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A42A-8B91-4FB0-9B04-53D593671A6A}" type="datetimeFigureOut">
              <a:rPr lang="en-US" smtClean="0"/>
              <a:t>7/13/2022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1B82DD-1F14-B321-5443-614D615DA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ADE25F-3541-E732-27D2-82D342764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C3A1-3ED3-4229-964A-CE15A2006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70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2F873-3BD5-A1CE-9E2C-EA538C394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00F409-C0E7-1DA4-AF11-2FAA0600F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EF86F-50F8-EC70-3D25-400D1AD82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A42A-8B91-4FB0-9B04-53D593671A6A}" type="datetimeFigureOut">
              <a:rPr lang="en-US" smtClean="0"/>
              <a:t>7/13/2022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92010-AFEC-B61E-15A9-A9C0E2254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0FB89-FDC7-FA05-3C7C-59FEB5514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C3A1-3ED3-4229-964A-CE15A2006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572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910BCF-E571-44BD-7134-6A5F7780C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27D24-EC79-1072-0F4B-CB1A51610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3EC13-1C2E-EAD8-1471-9DB9C10A9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A42A-8B91-4FB0-9B04-53D593671A6A}" type="datetimeFigureOut">
              <a:rPr lang="en-US" smtClean="0"/>
              <a:t>7/13/2022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56516-0889-4A48-29E7-97BC51BED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A9D0D-5AD3-0684-6E3F-5853CA680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C3A1-3ED3-4229-964A-CE15A2006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967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5CEF4A-FE2F-9C02-5309-90C7D10A9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B1FA5-1D3A-00B9-0927-E81007708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01299-D66C-9E6E-D12A-06D30041CF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9AA42A-8B91-4FB0-9B04-53D593671A6A}" type="datetimeFigureOut">
              <a:rPr lang="en-US" smtClean="0"/>
              <a:t>7/13/2022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D31AB-C897-1B0C-5328-487BF62D7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16316-D782-92C9-A50D-2CE62F55F6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6C3A1-3ED3-4229-964A-CE15A2006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03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652F-EE78-210D-800A-BCDD7F4E95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06637"/>
          </a:xfrm>
        </p:spPr>
        <p:txBody>
          <a:bodyPr/>
          <a:lstStyle/>
          <a:p>
            <a:r>
              <a:rPr lang="en-GB" dirty="0"/>
              <a:t>Case Study Project - Boat Sales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854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E538A-AC47-F79F-6C82-70CC7EA54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89CFC-F38F-5982-4504-90BA32C2D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Total views = 1.40 M</a:t>
            </a:r>
          </a:p>
          <a:p>
            <a:r>
              <a:rPr lang="en-US" dirty="0"/>
              <a:t>Average Views = 150.24</a:t>
            </a:r>
          </a:p>
          <a:p>
            <a:r>
              <a:rPr lang="en-US" dirty="0"/>
              <a:t>Min Views = 3263</a:t>
            </a:r>
          </a:p>
          <a:p>
            <a:r>
              <a:rPr lang="en-US" dirty="0"/>
              <a:t>Max Views = 13</a:t>
            </a:r>
          </a:p>
          <a:p>
            <a:r>
              <a:rPr lang="en-US" dirty="0"/>
              <a:t>Median = 108</a:t>
            </a:r>
          </a:p>
          <a:p>
            <a:r>
              <a:rPr lang="en-US" dirty="0"/>
              <a:t>Standard Deviation = 154.67</a:t>
            </a:r>
          </a:p>
          <a:p>
            <a:r>
              <a:rPr lang="en-US" dirty="0"/>
              <a:t>Most views are from Switzerland, Germany and Italy.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D54533-5C99-990C-1323-8F2FC1037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840" y="1690689"/>
            <a:ext cx="4429760" cy="302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869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3F5D8-9674-E610-11F0-137B4366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r>
              <a:rPr lang="en-US" dirty="0"/>
              <a:t>Relationship Between Price and Views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B3054C-7981-0666-DAB8-CF7F258BC8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5680" y="1425615"/>
            <a:ext cx="6548120" cy="4975819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E558A3-1F52-8EEA-19F6-798EE7C6DA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1847063"/>
            <a:ext cx="2468880" cy="372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356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93C3C-891E-580F-AC8B-B9A18A8A1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0427"/>
          </a:xfrm>
        </p:spPr>
        <p:txBody>
          <a:bodyPr/>
          <a:lstStyle/>
          <a:p>
            <a:r>
              <a:rPr lang="en-US" dirty="0"/>
              <a:t>Continue….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CC311-35DD-86BB-8767-9D34BC8AD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are exception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AFA109-44BF-3FFB-5ECB-F6998A8444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410" y="3058161"/>
            <a:ext cx="3370583" cy="30710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030DB5-52A0-30F9-7D72-403C5E387E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" y="3058161"/>
            <a:ext cx="3370583" cy="30710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7249D4-8345-7DB7-36CD-39F7491BEF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637" y="3058161"/>
            <a:ext cx="3271963" cy="292752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4AF0280-1B9D-A840-2EAE-07D1A4B37F4D}"/>
              </a:ext>
            </a:extLst>
          </p:cNvPr>
          <p:cNvSpPr/>
          <p:nvPr/>
        </p:nvSpPr>
        <p:spPr>
          <a:xfrm>
            <a:off x="2245360" y="3429000"/>
            <a:ext cx="1005840" cy="5232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Steel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B5C55C-B8B8-C385-5B83-C79A8A41DE09}"/>
              </a:ext>
            </a:extLst>
          </p:cNvPr>
          <p:cNvSpPr/>
          <p:nvPr/>
        </p:nvSpPr>
        <p:spPr>
          <a:xfrm>
            <a:off x="9232903" y="3429000"/>
            <a:ext cx="1303017" cy="5232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Unknown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01855E-07D4-1843-6B88-B82F85BAA67D}"/>
              </a:ext>
            </a:extLst>
          </p:cNvPr>
          <p:cNvSpPr/>
          <p:nvPr/>
        </p:nvSpPr>
        <p:spPr>
          <a:xfrm>
            <a:off x="5862320" y="3429000"/>
            <a:ext cx="1341120" cy="5232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Aluminum</a:t>
            </a:r>
          </a:p>
        </p:txBody>
      </p:sp>
    </p:spTree>
    <p:extLst>
      <p:ext uri="{BB962C8B-B14F-4D97-AF65-F5344CB8AC3E}">
        <p14:creationId xmlns:p14="http://schemas.microsoft.com/office/powerpoint/2010/main" val="3332461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BCD73E1-1426-8C4C-B3E1-BA5C8C769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Between Area and Views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EC28D1-B686-AB8C-277B-6C5BA38C2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72440"/>
          </a:xfrm>
        </p:spPr>
        <p:txBody>
          <a:bodyPr>
            <a:noAutofit/>
          </a:bodyPr>
          <a:lstStyle/>
          <a:p>
            <a:endParaRPr lang="en-US" b="0" dirty="0"/>
          </a:p>
          <a:p>
            <a:r>
              <a:rPr lang="en-US" b="0" dirty="0"/>
              <a:t>Showing All types Material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FAE7E7-E1C3-9FB8-67D2-19F8421608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169920"/>
            <a:ext cx="4029610" cy="3019743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B5F47B4-3A58-BCE4-F91F-729CF8DC2E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2"/>
            <a:ext cx="5183188" cy="123475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Aluminum with Positive </a:t>
            </a:r>
            <a:r>
              <a:rPr lang="en-US" b="0" dirty="0" err="1"/>
              <a:t>corr</a:t>
            </a:r>
            <a:endParaRPr lang="en-US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Positive or almost zero </a:t>
            </a:r>
            <a:r>
              <a:rPr lang="en-US" b="0" dirty="0" err="1"/>
              <a:t>corr</a:t>
            </a:r>
            <a:r>
              <a:rPr lang="en-US" b="0" dirty="0"/>
              <a:t> with Carbon Fiber and Unknown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A3C811-5FF3-31F2-4054-0DF6384D07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43" y="2661920"/>
            <a:ext cx="4089717" cy="352774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1E7A952-F336-65DE-B804-015CB9B59596}"/>
              </a:ext>
            </a:extLst>
          </p:cNvPr>
          <p:cNvSpPr/>
          <p:nvPr/>
        </p:nvSpPr>
        <p:spPr>
          <a:xfrm>
            <a:off x="8860690" y="3662680"/>
            <a:ext cx="1341120" cy="4724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Aluminum</a:t>
            </a:r>
          </a:p>
        </p:txBody>
      </p:sp>
    </p:spTree>
    <p:extLst>
      <p:ext uri="{BB962C8B-B14F-4D97-AF65-F5344CB8AC3E}">
        <p14:creationId xmlns:p14="http://schemas.microsoft.com/office/powerpoint/2010/main" val="2738416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EC870-C14D-30F3-BFD6-85EEF60B5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525"/>
            <a:ext cx="10515600" cy="772795"/>
          </a:xfrm>
        </p:spPr>
        <p:txBody>
          <a:bodyPr/>
          <a:lstStyle/>
          <a:p>
            <a:r>
              <a:rPr lang="en-US" dirty="0" err="1"/>
              <a:t>Corr</a:t>
            </a:r>
            <a:r>
              <a:rPr lang="en-US" dirty="0"/>
              <a:t> w.r.t price and year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42D338FC-F492-C6E5-E7A5-EA5C221060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85" y="1274458"/>
            <a:ext cx="3770775" cy="2847147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C06A9CF-E156-C97A-C689-1C83CC0B79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871" y="1294956"/>
            <a:ext cx="4050465" cy="28266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A7685A5-C079-1CF7-608E-CAE4EE6896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16" y="4121605"/>
            <a:ext cx="3663800" cy="26994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A3EB1F8-BE3D-AA28-4833-265252CFCE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119" y="4047652"/>
            <a:ext cx="3748673" cy="277335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D5DFD77-0D89-16BD-07A8-6F13DEFFC04B}"/>
              </a:ext>
            </a:extLst>
          </p:cNvPr>
          <p:cNvSpPr/>
          <p:nvPr/>
        </p:nvSpPr>
        <p:spPr>
          <a:xfrm>
            <a:off x="2227017" y="1663927"/>
            <a:ext cx="1422295" cy="418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1885-2021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AA61D1-A4B9-0749-3BC4-F800D01FB2A3}"/>
              </a:ext>
            </a:extLst>
          </p:cNvPr>
          <p:cNvSpPr/>
          <p:nvPr/>
        </p:nvSpPr>
        <p:spPr>
          <a:xfrm>
            <a:off x="5674543" y="4363327"/>
            <a:ext cx="1422295" cy="433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2020-2021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43A9B6-E305-3780-7B7C-3CE3A0DBF722}"/>
              </a:ext>
            </a:extLst>
          </p:cNvPr>
          <p:cNvSpPr/>
          <p:nvPr/>
        </p:nvSpPr>
        <p:spPr>
          <a:xfrm>
            <a:off x="5674544" y="1665031"/>
            <a:ext cx="1422295" cy="4177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2000-2021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625EA6-8AEB-B70E-9F80-0D4EFF586B7A}"/>
              </a:ext>
            </a:extLst>
          </p:cNvPr>
          <p:cNvSpPr/>
          <p:nvPr/>
        </p:nvSpPr>
        <p:spPr>
          <a:xfrm>
            <a:off x="2227017" y="4378967"/>
            <a:ext cx="1422295" cy="418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2010-2021</a:t>
            </a:r>
          </a:p>
        </p:txBody>
      </p:sp>
    </p:spTree>
    <p:extLst>
      <p:ext uri="{BB962C8B-B14F-4D97-AF65-F5344CB8AC3E}">
        <p14:creationId xmlns:p14="http://schemas.microsoft.com/office/powerpoint/2010/main" val="1775823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9F458-D176-61CB-9787-803F61637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041"/>
            <a:ext cx="10515600" cy="1046479"/>
          </a:xfrm>
        </p:spPr>
        <p:txBody>
          <a:bodyPr/>
          <a:lstStyle/>
          <a:p>
            <a:r>
              <a:rPr lang="en-US" dirty="0" err="1"/>
              <a:t>Corr</a:t>
            </a:r>
            <a:r>
              <a:rPr lang="en-US" dirty="0"/>
              <a:t> w.r.t Area and Year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C46698-7CEA-0B30-CBFB-6A074E1B4B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08" y="1510713"/>
            <a:ext cx="3208167" cy="259802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28D463-C8D9-5E1E-990A-866BBF217D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8" y="4108738"/>
            <a:ext cx="3656021" cy="27492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1BB628-2B2C-990B-EED3-C38E99AD98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022" y="1425880"/>
            <a:ext cx="3581104" cy="26828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B6FC38-F6EE-9C91-9690-B87955D8AB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016" y="4108738"/>
            <a:ext cx="3347110" cy="26828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4C9391A-15F8-2B3F-7246-85E7D572C159}"/>
              </a:ext>
            </a:extLst>
          </p:cNvPr>
          <p:cNvSpPr/>
          <p:nvPr/>
        </p:nvSpPr>
        <p:spPr>
          <a:xfrm>
            <a:off x="1818891" y="1778000"/>
            <a:ext cx="1428668" cy="4714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1885-2021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F7650A-53EB-2794-9A56-0A8CF2B98C4D}"/>
              </a:ext>
            </a:extLst>
          </p:cNvPr>
          <p:cNvSpPr/>
          <p:nvPr/>
        </p:nvSpPr>
        <p:spPr>
          <a:xfrm>
            <a:off x="6096000" y="4508105"/>
            <a:ext cx="1513840" cy="490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2020-2021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91B44F-2144-0E1A-843B-24F8DFEC3EA2}"/>
              </a:ext>
            </a:extLst>
          </p:cNvPr>
          <p:cNvSpPr/>
          <p:nvPr/>
        </p:nvSpPr>
        <p:spPr>
          <a:xfrm>
            <a:off x="6096000" y="1778000"/>
            <a:ext cx="1513840" cy="4165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2015-2021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883CF4-B725-BE8C-AD4E-4A58B1C153DF}"/>
              </a:ext>
            </a:extLst>
          </p:cNvPr>
          <p:cNvSpPr/>
          <p:nvPr/>
        </p:nvSpPr>
        <p:spPr>
          <a:xfrm>
            <a:off x="1676400" y="4450081"/>
            <a:ext cx="1544320" cy="548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2005-2021</a:t>
            </a:r>
          </a:p>
        </p:txBody>
      </p:sp>
    </p:spTree>
    <p:extLst>
      <p:ext uri="{BB962C8B-B14F-4D97-AF65-F5344CB8AC3E}">
        <p14:creationId xmlns:p14="http://schemas.microsoft.com/office/powerpoint/2010/main" val="246179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E1CB9-0733-46D4-40DF-7E4AB5389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03DF2-7B15-9BA1-D295-594A6B879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Aluminum, Steel with high price with get more number of views.</a:t>
            </a:r>
          </a:p>
          <a:p>
            <a:r>
              <a:rPr lang="en-US" dirty="0"/>
              <a:t>All other should have less price in order to get more views.</a:t>
            </a:r>
          </a:p>
          <a:p>
            <a:r>
              <a:rPr lang="en-US" dirty="0"/>
              <a:t>Aluminum and unknown with big area are likely to get more views.</a:t>
            </a:r>
          </a:p>
          <a:p>
            <a:r>
              <a:rPr lang="en-US" dirty="0"/>
              <a:t>People don’t care about the area of steel.</a:t>
            </a:r>
          </a:p>
          <a:p>
            <a:r>
              <a:rPr lang="en-US" dirty="0"/>
              <a:t>All other should have small size to get more views.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C4918D-9603-C037-CA91-6BF758CD4D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810" y="3332480"/>
            <a:ext cx="2027590" cy="284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556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165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Case Study Project - Boat Sales</vt:lpstr>
      <vt:lpstr>Views summary</vt:lpstr>
      <vt:lpstr>Relationship Between Price and Views</vt:lpstr>
      <vt:lpstr>Continue….</vt:lpstr>
      <vt:lpstr>Relationship Between Area and Views</vt:lpstr>
      <vt:lpstr>Corr w.r.t price and year</vt:lpstr>
      <vt:lpstr>Corr w.r.t Area and Year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Ibad Ullah</dc:creator>
  <cp:lastModifiedBy>Ibad Ullah</cp:lastModifiedBy>
  <cp:revision>37</cp:revision>
  <dcterms:created xsi:type="dcterms:W3CDTF">2022-07-12T00:10:03Z</dcterms:created>
  <dcterms:modified xsi:type="dcterms:W3CDTF">2022-07-13T09:45:11Z</dcterms:modified>
</cp:coreProperties>
</file>